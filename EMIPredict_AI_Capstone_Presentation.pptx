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EMIPredict AI Platform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Intelligent Financial Risk Assessment &amp; Counterfactual Underwriting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Capstone Project • Domain: FinTech &amp; Banking Credit Underwriting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99.10% ACCURACY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Classification Target &gt;90% Met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92608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₹341.7 RMSE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Regression Target &lt;₹2,000 Met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400,000 RECORDS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5 Lending Scenarios Covered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10360152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🔗 OFFICIAL PROJECT LINKS &amp; ARTIFACTS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• GitHub Repository: https://github.com/sagnik1819/emipredict-ai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• Live Cloud Web App: https://forwarding-humanity-pest-urban.trycloudflare.com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Architecture: Dual ML (Classification + Regression) | MLflow Tracking | SQLite CRUD | Smart Approval Advisor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RUBRIC 2: DATA EXPLORATION &amp;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Exploration: 400K Records Across 5 Lending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📊 5 Lending Verticals (80,000 Records Each)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E-commerce Shopping EMI: Amount ₹10K - ₹200K | Tenure 3 - 24 Months | 12% - 20% APR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Home Appliances EMI: Amount ₹20K - ₹300K | Tenure 6 - 36 Months | 10% - 18% APR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Vehicle EMI: Amount ₹80K - ₹1,500K | Tenure 12 - 84 Months | 8% - 14% APR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Personal Loan EMI: Amount ₹50K - ₹1,000K | Tenure 12 - 60 Months | 11% - 22% APR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Education EMI: Amount ₹50K - ₹500K | Tenure 6 - 48 Months | 8% - 13% APR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Dataset Dimensions: 400,000 rows × 24 columns (60.8 MB)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📋 22 Core Input Variables Grouping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Personal Demographics: age (25-60), gender, marital_status, education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Employment &amp; Income: monthly_salary (15k-200k), employment_type, years_of_employment, company_type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Housing &amp; Family: house_type, monthly_rent, family_size, dependents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Monthly Obligations: school_fees, college_fees, travel_expenses, groceries_utilities, other_expenses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Financial &amp; Bureau: existing_loans, current_emi_amount, credit_score (300-850), bank_balance, emergency_fund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Loan Application: emi_scenario, requested_amount, requested_tenure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Dual Targets: emi_eligibility (3 classes) &amp; max_monthly_emi (₹500-₹50,000)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RUBRIC 3: MISSING VALUE HANDLING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Quality Assessment &amp; Zero-Leakage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🧹 Automated Data Audit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Audited 400,000 profiles with DataQualityAssessor.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Zero Missing Values in generated ground truth.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Robust Fallback: median imputation for skewed numericals, mode for categoricals.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Duplicate Records: Automated deduplication checks.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Anomaly Filters: Ensured salary &gt; 0, credit score [300, 850], non-negative living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⚖️ Leak-Free Preprocessing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Fitted solely on Training split to prevent any data leakage.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StandardScaler applied to skewed financial amounts (salaries, rents, EMIs).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OneHotEncoder for categorical features (education, company, house, scenario).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LabelEncoder for 3-class target: Eligible (0), High_Risk (1), Not_Eligible (2).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Serialized fitted transformer to preprocessor.joblib.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Stratified Splitting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70% Train (28,000 / 280,000 rows): Model training.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15% Validation (6,000 / 60,000 rows): Hyperparameter tuning.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15% Test (6,000 / 60,000 rows): Blind test evaluation.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Stratification Key: Composite key combining emi_eligibility and emi_scenario.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Ensures identical class ratios across all lending verticals.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RUBRIC 4: FEATURE ENGINEERING &amp; MATHEMATICAL 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Domain-Driven Financial Feature Engineering &amp; Equations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🧮 8 Key Banking Risk Ratios Derived from 22 Raw Variables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1. Total Living Expenses: rent + school_fees + college_fees + travel + groceries_utilities + other_expenses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2. Net Disposable Income: monthly_salary - total_living_expenses - current_emi_amount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3. Debt-To-Income (DTI): current_emi_amount / monthly_salary (Active monthly debt burden)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4. Fixed Obligation to Income (FOIR): (current_emi + estimated_req_emi + monthly_rent) / monthly_salary [Banking cap: &lt;=50%]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5. Emergency Cushion Months: emergency_fund / total_monthly_expenses (Months of survival liquidity)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6. Liquid Assets to Loan Ratio: (bank_balance + emergency_fund) / requested_amount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7. Employment Stability Index: Weighted index: Company Type (40%) + Employment Type (35%) + Log-tenure (25%)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8. Credit Risk Tiers: Tier 1: Excellent (&gt;=750) | Tier 2: Good (680-749) | Tier 3: Fair (600-679) | Tier 4: Poor (&lt;600)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RUBRIC 6: FIVE DISTINCT VISUALIZATIONS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 Distinct Visualizations &amp; Exploratory Data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Viz 1: Grouped Bar Chart — Scenario Volume &amp; Eligibility Mix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Evaluates approval, high-risk, and decline proportions across 5 scenarios. E-commerce shows lowest default risk (78% approved); Vehicle &amp; Personal have higher high-risk proportion.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95728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Viz 2: Density / Histogram KDE — Credit Score vs. Decision Separation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Clear bimodal separation. Not_Eligible concentrates heavily below 560; High_Risk occupies 560-660; Prime Eligible candidates dominate &gt;= 680.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28416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Viz 3: Scatter Plot — Monthly Salary vs. Max Safe Monthly EMI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Linear cashflow expansion with distinct risk ceilings. Verifies that max safe EMI does not exceed 75% unencumbered cashflow or FOIR cap.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61104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Viz 4: Risk Heatmap / FOIR — FOIR vs. DTI Default Boundaries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Reveals that FOIR &gt; 50% is the single strongest driver of loan rejections, regardless of gross income.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93792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Viz 5: Stacked Percentage Bar — Employment Sector vs. Approval Share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Government employees boast the highest approval stability (88.4%), followed by Large MNCs (76.2%), Mid-size (64.5%), and Startups (52.1%).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RUBRIC 5 &amp; 8: MODEL PERFORMANCE &amp;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Dual Machine Learning Models &amp; MLflow Experiment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🎯 Classification (Target: Accuracy &gt; 90%)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Logistic Regression (Baseline)</a:t>
            </a:r>
            <a:br/>
            <a:r>
              <a:t>  Accuracy: 89.20% | F1: 0.8143 | AUC: 0.9707</a:t>
            </a:r>
            <a:br/>
            <a:r>
              <a:t>  Status: Baseline Model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Random Forest Classifier</a:t>
            </a:r>
            <a:br/>
            <a:r>
              <a:t>  Accuracy: 97.23% | F1: 0.9550 | AUC: 0.9981</a:t>
            </a:r>
            <a:br/>
            <a:r>
              <a:t>  Status: Challenger (Passed)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Gradient Boosting (Champion)</a:t>
            </a:r>
            <a:br/>
            <a:r>
              <a:t>  Accuracy: 99.10% | F1: 0.9866 | AUC: 0.9998</a:t>
            </a:r>
            <a:br/>
            <a:r>
              <a:t>  Status: 🏆 Promoted to Prod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📈 Regression (Target: RMSE &lt; ₹2,000 INR)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Ridge Linear Regression</a:t>
            </a:r>
            <a:br/>
            <a:r>
              <a:t>  RMSE: ₹2,469.4 | MAE: ₹1,851.6 | R²: 0.9502</a:t>
            </a:r>
            <a:br/>
            <a:r>
              <a:t>  Status: Baseline Model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Random Forest Regressor</a:t>
            </a:r>
            <a:br/>
            <a:r>
              <a:t>  RMSE: ₹491.9 | MAE: ₹118.0 | R²: 0.9980</a:t>
            </a:r>
            <a:br/>
            <a:r>
              <a:t>  Status: Challenger (Passed)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Gradient Boosting (Champion)</a:t>
            </a:r>
            <a:br/>
            <a:r>
              <a:t>  RMSE: ₹341.7 | MAE: ₹106.5 | R²: 0.9990</a:t>
            </a:r>
            <a:br/>
            <a:r>
              <a:t>  Status: 🏆 Promoted to Prod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RUBRIC 10: SYSTEM ENGINEERING &amp; MODULARITY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Smart Approval Advisor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🧭 Smart Approval Advisor (What-If Engine)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Identifies Root Cause Risk Drivers: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- FOIR Breach (&gt;50% income committed)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- Requested Installment &gt; Safe Monthly EMI Capacity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- Subprime Credit Bureau Score (&lt;660)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- Insufficient Emergency Liquidity Cushion (&lt;1 month)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Automated Counterfactual Optimization Levers: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- Lever 1: Extend repayment tenure (e.g. 12m -&gt; 24m -&gt; 36m)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- Lever 2: Increase downpayment / reduce principal (10-30%)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- Lever 3: Debt consolidation / pay down active loans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Result: Flips 35% of declined borrowers into Approved!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🏛️ Multi-Page App &amp; CRUD Architecture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1. Executive Portal (app.py): System health &amp; champion versions.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2. Loan Officer Assessment (pages/1_🎯...): Dual prediction, live risk gauges, and 1-click preset profiles (Prime, Marginal, Strained).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3. Exploratory Data Insights (pages/2_📊...): Slicing across 400k records, distributions, and quality audit.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4. Applicant Records CRUD (pages/3_🗄️...): SQLite ACID database to Search, Create, Edit status, Delete, and Export CSV.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5. MLflow Registry Hub (pages/4_🔬...): Model comparison, metrics tracking, and 1-click model promotion.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6. Code Modularity: Clean src/ package, zero leakage, 100% unit test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RUBRIC 7: FINAL SUMMARY &amp;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Business Impact, Conclusions &amp; Capstone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💼 Business Value &amp; Underwriting Transformation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80% Underwriting Time Reduction: Inference latency drops from 45 minutes of manual document inspection down to &lt;50 ms automated scoring.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Elimination of Human Bias: Standardized mathematical FOIR and cashflow rules replace subjective credit judgment.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Lower Portfolio Default Rates: Strict cashflow caps prevent borrower over-indebtedness, safeguarding banking capital reserves.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Customer Retention via Advisor: Converts 35% of rejected applicants into qualified borrowers through structured restructuring pathways.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Enterprise MLOps Maturity: Automated experiment logging with MLflow and zero-downtime model promotion.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Code Modularity &amp; CI/CD: Automated unit test suite (4/4 passed) + Docker containerization + GitHub Actions CI workflow.</a:t>
            </a:r>
          </a:p>
          <a:p>
            <a:br/>
            <a:pPr>
              <a:defRPr sz="1100" b="1">
                <a:solidFill>
                  <a:srgbClr val="38BDF8"/>
                </a:solidFill>
              </a:defRPr>
            </a:pPr>
            <a:r>
              <a:t>🔗 Final Links: GitHub: https://github.com/sagnik1819/emipredict-ai  |  Live Web App: https://forwarding-humanity-pest-urban.trycloudflare.com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